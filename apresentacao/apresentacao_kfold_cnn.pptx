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Busca de Hiperparâmetros — CNN 1D</a:t>
            </a:r>
          </a:p>
          <a:p>
            <a:r>
              <a:rPr sz="2200">
                <a:solidFill>
                  <a:srgbClr val="444444"/>
                </a:solidFill>
              </a:rPr>
              <a:t>Classificação de modulações no RadioML 2018.01A com validação cruzada k-fold</a:t>
            </a:r>
          </a:p>
          <a:p>
            <a:r>
              <a:rPr sz="1600">
                <a:solidFill>
                  <a:srgbClr val="444444"/>
                </a:solidFill>
              </a:rPr>
              <a:t>Resultados parciais por grupo de modulação —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Dataset: RadioML 2018.01A (sinais I/Q de 1024 amostras, 24 modulações, vários SNRs).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Modelo base: CNN 1D (blocos Conv1d + BatchNorm + ReLU + MaxPool) seguida de classificador denso.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Busca de arquitetura: variação do número de camadas convolucionais e de filtros por camada (ex.: 2L_32-64 = 2 camadas com 32 e 64 filtros).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Validação: k-fold com 5 folds por arquitetura; métrica = melhor acurácia de validação de cada fold.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Treino com early stopping baseado na paciência do scheduler (ReduceLROnPlateau).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Resultados sincronizados via Google Drive e analisados em modo somente leitura.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Status geral da busca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AM — busca concluída: 6 arquiteturas × 5 folds. Melhor média: 2L_64-128 com 77,99% (máx. 79,40%).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APSK — parcial: 1 arquitetura, 2 folds. Acurácia presa em ~25% (nível de chance para 4 classes) — o modelo não está aprendendo.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QAM — parcial: 1 arquitetura, 5 folds. Acurácia presa em 20% (nível de chance para 5 classes) — mesmo sintoma.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ASK, PSK e FM — ainda sem resultados no Drive.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AM — acurácia por época (melhor fold de cada arquitetura)</a:t>
            </a:r>
          </a:p>
        </p:txBody>
      </p:sp>
      <p:pic>
        <p:nvPicPr>
          <p:cNvPr id="3" name="Picture 2" descr="AM_epochs_be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Todas as arquiteturas convergem para a faixa de 77–79%; as redes com 2 camadas chegam lá com treino mais estável.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AM — acurácia por época (pior fold de cada arquitetura)</a:t>
            </a:r>
          </a:p>
        </p:txBody>
      </p:sp>
      <p:pic>
        <p:nvPicPr>
          <p:cNvPr id="3" name="Picture 2" descr="AM_epochs_wor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Nos piores folds a variabilidade entre folds aparece; 3L_128-256-512 é a mais instável (desvio padrão de 6,02 p.p.).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AM — número de parâmetros × acurácia média</a:t>
            </a:r>
          </a:p>
        </p:txBody>
      </p:sp>
      <p:pic>
        <p:nvPicPr>
          <p:cNvPr id="3" name="Picture 2" descr="AM_params_vs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875" y="868680"/>
            <a:ext cx="7469945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Mais parâmetros não ajudam: os melhores resultados vêm das redes menores (2L); a maior rede (34M parâmetros) é a pior.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APSK — acurácia por época (melhor fold)</a:t>
            </a:r>
          </a:p>
        </p:txBody>
      </p:sp>
      <p:pic>
        <p:nvPicPr>
          <p:cNvPr id="3" name="Picture 2" descr="APSK_epochs_be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Acurácia constante em 25% = chance para 4 classes: a rede prevê sempre a mesma classe. Investigar antes de continuar a busca.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APSK — acurácia por época (pior fold)</a:t>
            </a:r>
          </a:p>
        </p:txBody>
      </p:sp>
      <p:pic>
        <p:nvPicPr>
          <p:cNvPr id="3" name="Picture 2" descr="APSK_epochs_wor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Mesmo comportamento no pior fold — o problema não é variabilidade entre folds, é o treino que não decola.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QAM — acurácia por época (melhor fold)</a:t>
            </a:r>
          </a:p>
        </p:txBody>
      </p:sp>
      <p:pic>
        <p:nvPicPr>
          <p:cNvPr id="3" name="Picture 2" descr="QAM_epochs_be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Linha reta em 20% = chance para 5 classes, nos 5 folds. Sintoma idêntico ao APSK.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QAM — acurácia por época (pior fold)</a:t>
            </a:r>
          </a:p>
        </p:txBody>
      </p:sp>
      <p:pic>
        <p:nvPicPr>
          <p:cNvPr id="3" name="Picture 2" descr="QAM_epochs_worst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1" y="868680"/>
            <a:ext cx="912993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QAM é notoriamente difícil em SNR baixo, mas 20% cravado indica problema de treino (LR, normalização), não de capacidade.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Resumo dos resultados por arquitetura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Arquitetura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Parâmetros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Média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Máx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Mín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Desv. (p.p.)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2L_64-128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16.822.212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77,99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79,40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76,46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0,95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2L_32-64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8.402.148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77,51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78,64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75,36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1,14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3L_64-128-256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16.921.284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76,86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78,07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74,69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1,20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3L_32-64-128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8.427.108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76,37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77,94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74,73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1,04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4L_32-64-128-256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8.546.916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74,39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77,05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71,71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2,05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3L_128-256-512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34.118.532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72,24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77,44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63,11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6,02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APSK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2L_32-64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8.402.148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25,01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25,01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25,00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0,00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QAM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2L_32-64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8.402.661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Conclusões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AM: busca funcionou bem — arquiteturas 2L (32-64 e 64-128) são as melhores; aumentar profundidade/filtros só piora e desestabiliza.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APSK e QAM: treino colapsado no nível de chance. Antes de ampliar a busca, revisar: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</a:rPr>
              <a:t>– taxa de aprendizado inicial (testar valores menores) e warm-up;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</a:rPr>
              <a:t>– normalização das amostras I/Q (a normalização individual está comentada no código);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</a:rPr>
              <a:t>– balanceamento/rótulos do subconjunto usado nesses grupos.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Rodar/concluir as buscas dos grupos ASK, PSK e FM para fechar o comparativo.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• Com todos os grupos fechados, comparar a melhor arquitetura por grupo em um conjunto de teste comum, por SNR.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